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-1522" y="-1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4F71F-7A6C-4B84-A6EA-526C08AEAC1D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عنصر نائب لصورة الشريحة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عنصر نائب للملاحظات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E94F6-7E5A-42F6-8051-B0874D0C2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8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49096" y="-21511"/>
            <a:ext cx="35052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 smtClean="0"/>
              <a:t>انقر لتحرير نمط العنوان الثانوي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744" y="1516828"/>
            <a:ext cx="21336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D20BFA02-6C68-42A0-94CA-21254048F671}" type="datetime1">
              <a:rPr lang="en-US" smtClean="0"/>
              <a:t>1/17/2026</a:t>
            </a:fld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520" y="5719966"/>
            <a:ext cx="2831592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096" y="5719966"/>
            <a:ext cx="643666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55034-7D39-4232-980F-10FACEF1D2C1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DAA6E-C0F1-4FEA-85C2-2D1489D7F428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5D4A9-03AB-4659-9ACA-5EA9B982A5BD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1D97F-BD42-44F1-A515-BBCDA0241829}" type="datetime1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F91FB6-88CB-4218-B4A5-F91FFF05D2F1}" type="datetime1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26677-4F8E-4D05-9744-43A578DF1BFB}" type="datetime1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4E33-1780-4426-B352-AAEC8EF60708}" type="datetime1">
              <a:rPr lang="en-US" smtClean="0"/>
              <a:t>1/17/2026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382404" y="0"/>
            <a:ext cx="9932332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4561242" y="-21511"/>
            <a:ext cx="3679116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Rectangle 101"/>
          <p:cNvSpPr/>
          <p:nvPr/>
        </p:nvSpPr>
        <p:spPr>
          <a:xfrm>
            <a:off x="905571" y="601883"/>
            <a:ext cx="3562257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Rectangle 104"/>
          <p:cNvSpPr/>
          <p:nvPr/>
        </p:nvSpPr>
        <p:spPr>
          <a:xfrm>
            <a:off x="4650889" y="6088284"/>
            <a:ext cx="35052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 smtClean="0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 smtClean="0"/>
              <a:t>انقر لتحرير أنماط النص الرئيسي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3F423-F2BB-42FF-9657-B4D277570606}" type="datetime1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448" y="5724835"/>
            <a:ext cx="3493664" cy="365125"/>
          </a:xfrm>
        </p:spPr>
        <p:txBody>
          <a:bodyPr>
            <a:normAutofit/>
          </a:bodyPr>
          <a:lstStyle/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CD9B5-7FF7-47D5-8F9E-274C01AE88F4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ar-SA" smtClean="0"/>
              <a:t>انقر لتحرير نمط العنوان الرئيسي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190AF5-1F03-4068-9620-7FBA2A7A2DFE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304800" y="0"/>
            <a:ext cx="9932332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487"/>
            <a:ext cx="82296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1242" y="-21511"/>
            <a:ext cx="3679116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096" y="-21510"/>
            <a:ext cx="35052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43490" y="1027664"/>
            <a:ext cx="7024744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ar-SA" smtClean="0"/>
              <a:t>انقر لتحرير نمط العنوان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3492" y="2323652"/>
            <a:ext cx="6777317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 smtClean="0"/>
              <a:t>انقر لتحرير أنماط النص الرئيسي</a:t>
            </a:r>
          </a:p>
          <a:p>
            <a:pPr lvl="1"/>
            <a:r>
              <a:rPr lang="ar-SA" smtClean="0"/>
              <a:t>المستوى الثاني</a:t>
            </a:r>
          </a:p>
          <a:p>
            <a:pPr lvl="2"/>
            <a:r>
              <a:rPr lang="ar-SA" smtClean="0"/>
              <a:t>المستوى الثالث</a:t>
            </a:r>
          </a:p>
          <a:p>
            <a:pPr lvl="3"/>
            <a:r>
              <a:rPr lang="ar-SA" smtClean="0"/>
              <a:t>المستوى الرابع</a:t>
            </a:r>
          </a:p>
          <a:p>
            <a:pPr lvl="4"/>
            <a:r>
              <a:rPr lang="ar-SA" smtClean="0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388" y="22449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A5B72C6A-A834-4125-B272-B39DFB36D9E6}" type="datetime1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448" y="5852160"/>
            <a:ext cx="35021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ar-IQ" smtClean="0"/>
              <a:t>عنوان الدوره :المهام اليومية لموظف الاستشارية و إدارة الوقت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096" y="224491"/>
            <a:ext cx="1332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المهام</a:t>
            </a:r>
            <a:r>
              <a:rPr dirty="0"/>
              <a:t> </a:t>
            </a:r>
            <a:r>
              <a:rPr dirty="0" err="1"/>
              <a:t>اليومية</a:t>
            </a:r>
            <a:r>
              <a:rPr dirty="0"/>
              <a:t> </a:t>
            </a:r>
            <a:r>
              <a:rPr dirty="0" err="1"/>
              <a:t>لموظف</a:t>
            </a:r>
            <a:r>
              <a:rPr dirty="0"/>
              <a:t> </a:t>
            </a:r>
            <a:r>
              <a:rPr dirty="0" err="1"/>
              <a:t>الاستشارية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دليل</a:t>
            </a:r>
            <a:r>
              <a:rPr dirty="0"/>
              <a:t> </a:t>
            </a:r>
            <a:r>
              <a:rPr dirty="0" err="1"/>
              <a:t>مهني</a:t>
            </a:r>
            <a:r>
              <a:rPr dirty="0"/>
              <a:t> </a:t>
            </a:r>
            <a:r>
              <a:rPr dirty="0" err="1"/>
              <a:t>لتنظيم</a:t>
            </a:r>
            <a:r>
              <a:rPr dirty="0"/>
              <a:t> </a:t>
            </a:r>
            <a:r>
              <a:rPr dirty="0" err="1"/>
              <a:t>العمل</a:t>
            </a:r>
            <a:r>
              <a:rPr dirty="0"/>
              <a:t> </a:t>
            </a:r>
            <a:r>
              <a:rPr dirty="0" err="1"/>
              <a:t>داخل</a:t>
            </a:r>
            <a:r>
              <a:rPr dirty="0"/>
              <a:t> </a:t>
            </a:r>
            <a:r>
              <a:rPr dirty="0" err="1"/>
              <a:t>العيادات</a:t>
            </a:r>
            <a:r>
              <a:rPr dirty="0"/>
              <a:t> </a:t>
            </a:r>
            <a:r>
              <a:rPr dirty="0" err="1"/>
              <a:t>الاستشارية</a:t>
            </a:r>
            <a:endParaRPr dirty="0"/>
          </a:p>
          <a:p>
            <a:r>
              <a:rPr dirty="0" err="1"/>
              <a:t>مستشفى</a:t>
            </a:r>
            <a:r>
              <a:rPr dirty="0"/>
              <a:t> </a:t>
            </a:r>
            <a:r>
              <a:rPr dirty="0" err="1"/>
              <a:t>الكفيل</a:t>
            </a:r>
            <a:endParaRPr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تنظيم</a:t>
            </a:r>
            <a:r>
              <a:rPr dirty="0"/>
              <a:t> </a:t>
            </a:r>
            <a:r>
              <a:rPr dirty="0" err="1"/>
              <a:t>ونظافة</a:t>
            </a:r>
            <a:r>
              <a:rPr dirty="0"/>
              <a:t> </a:t>
            </a:r>
            <a:r>
              <a:rPr dirty="0" err="1"/>
              <a:t>الغرفة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متابعة نظافة الغرفة بالتنسيق مع موظف الخدمية</a:t>
            </a:r>
          </a:p>
          <a:p>
            <a:r>
              <a:t>وجود حاويتين للنفايات (طبية – اعتيادية)</a:t>
            </a:r>
          </a:p>
          <a:p>
            <a:r>
              <a:t>نظافة الأرضية</a:t>
            </a:r>
          </a:p>
          <a:p>
            <a:r>
              <a:t>نظافة أسطح المكتب</a:t>
            </a:r>
          </a:p>
          <a:p>
            <a:r>
              <a:t>نظافة المغسلة مع توفر مناديل وصابون</a:t>
            </a:r>
          </a:p>
          <a:p>
            <a:r>
              <a:t>نظافة الستائر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تقسيم</a:t>
            </a:r>
            <a:r>
              <a:rPr dirty="0"/>
              <a:t> </a:t>
            </a:r>
            <a:r>
              <a:rPr dirty="0" err="1"/>
              <a:t>الغرفة</a:t>
            </a:r>
            <a:r>
              <a:rPr dirty="0"/>
              <a:t> </a:t>
            </a:r>
            <a:r>
              <a:rPr dirty="0" err="1"/>
              <a:t>حسب</a:t>
            </a:r>
            <a:r>
              <a:rPr dirty="0"/>
              <a:t> </a:t>
            </a:r>
            <a:r>
              <a:rPr dirty="0" err="1"/>
              <a:t>معايير</a:t>
            </a:r>
            <a:r>
              <a:rPr dirty="0"/>
              <a:t> </a:t>
            </a:r>
            <a:r>
              <a:rPr dirty="0" err="1"/>
              <a:t>الجودة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تم تقسيم الغرفة إلى ثلاث مناطق رئيسية:</a:t>
            </a:r>
          </a:p>
          <a:p>
            <a:r>
              <a:t>1- منطقة مكافحة العدوى</a:t>
            </a:r>
          </a:p>
          <a:p>
            <a:r>
              <a:t>2- منطقة الطبيب (مركز التحكم)</a:t>
            </a:r>
          </a:p>
          <a:p>
            <a:r>
              <a:t>3- منطقة الفحص السريري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 err="1"/>
              <a:t>منطقة</a:t>
            </a:r>
            <a:r>
              <a:rPr dirty="0"/>
              <a:t> </a:t>
            </a:r>
            <a:r>
              <a:rPr dirty="0" err="1"/>
              <a:t>مكافحة</a:t>
            </a:r>
            <a:r>
              <a:rPr dirty="0"/>
              <a:t> </a:t>
            </a:r>
            <a:r>
              <a:rPr dirty="0" err="1"/>
              <a:t>العدوى</a:t>
            </a:r>
            <a:r>
              <a:rPr dirty="0"/>
              <a:t> – </a:t>
            </a:r>
            <a:r>
              <a:rPr dirty="0" err="1"/>
              <a:t>تجهيز</a:t>
            </a:r>
            <a:r>
              <a:rPr dirty="0"/>
              <a:t> </a:t>
            </a:r>
            <a:r>
              <a:rPr dirty="0" err="1"/>
              <a:t>العربة</a:t>
            </a:r>
            <a:r>
              <a:rPr dirty="0"/>
              <a:t> </a:t>
            </a:r>
            <a:r>
              <a:rPr dirty="0" err="1"/>
              <a:t>الطبية</a:t>
            </a:r>
            <a:r>
              <a:rPr dirty="0"/>
              <a:t>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نظافة الايزا واستبدالها يومياً</a:t>
            </a:r>
          </a:p>
          <a:p>
            <a:r>
              <a:t>وجود جل تعقيم يدين مع تاريخ فتح ونفاذ</a:t>
            </a:r>
          </a:p>
          <a:p>
            <a:r>
              <a:t>وجود حاوية نفايات حادة Safety Box مع تاريخ</a:t>
            </a:r>
          </a:p>
          <a:p>
            <a:r>
              <a:t>استبدال حسب المدة أو الامتلاء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منطقة مكافحة العدوى – تجهيز العربة الطبية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وجود شاش معقم صالح للاستعمال</a:t>
            </a:r>
          </a:p>
          <a:p>
            <a:r>
              <a:t>وجود شفرات جراحية</a:t>
            </a:r>
          </a:p>
          <a:p>
            <a:r>
              <a:t>وجود سيت جراحي معقم حسب الحاجة</a:t>
            </a:r>
          </a:p>
          <a:p>
            <a:r>
              <a:t>وجود مغذي Normal Saline 100ml</a:t>
            </a:r>
          </a:p>
          <a:p>
            <a:r>
              <a:t>تلف العبوة بعد مريض واحد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منطقة مكافحة العدوى – تجهيز العربة الطبية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وجود Lidocaine حسب الاحتياج</a:t>
            </a:r>
          </a:p>
          <a:p>
            <a:r>
              <a:t>وجود كفوف طبية</a:t>
            </a:r>
          </a:p>
          <a:p>
            <a:r>
              <a:t>وجود خافضة لسان مغلفة</a:t>
            </a:r>
          </a:p>
          <a:p>
            <a:r>
              <a:t>وجود تعقيم بخاخ للأسطح</a:t>
            </a:r>
          </a:p>
          <a:p>
            <a:r>
              <a:t>وجود محرار طبي مع تعقيمه بالكحول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منطقة الطبيب (مركز التحكم)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وجود جهاز ضغط وسماعة فحص</a:t>
            </a:r>
          </a:p>
          <a:p>
            <a:r>
              <a:t>وجود أوراق عيادة وفحوصات</a:t>
            </a:r>
          </a:p>
          <a:p>
            <a:r>
              <a:t>وجود قصاصات ملاحظات</a:t>
            </a:r>
          </a:p>
          <a:p>
            <a:r>
              <a:t>متابعة وجود مناديل (كلينكس)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منطقة الفحص السريري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فرش الشرشف الطبي</a:t>
            </a:r>
          </a:p>
          <a:p>
            <a:r>
              <a:t>استبدال الشرشف بين الحين والآخر</a:t>
            </a:r>
          </a:p>
          <a:p>
            <a:r>
              <a:t>الحفاظ على نظافة السرير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الواجبات بعد خروج الطبيب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يمنع ترك المكان فوضوياً</a:t>
            </a:r>
          </a:p>
          <a:p>
            <a:r>
              <a:t>التخلص من الأوراق والشرشف المستخدم</a:t>
            </a:r>
          </a:p>
          <a:p>
            <a:r>
              <a:t>إرسال السيت الجراحي إلى وحدة التعقيم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تنظيم العمل بين الشفتات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تجهيز العيادات يكون من موظف المستشفى (مسائي)</a:t>
            </a:r>
          </a:p>
          <a:p>
            <a:r>
              <a:t>ترتيب المكان من السكرتير بإشراف موظف الاستشارية</a:t>
            </a:r>
          </a:p>
          <a:p>
            <a:r>
              <a:t>تعقيم أو إرسال السيت الجراحي حسب الحالة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تعليمات وتنبيهات عامة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يمنع ترك علب الكارتون داخل العيادات</a:t>
            </a:r>
          </a:p>
          <a:p>
            <a:r>
              <a:t>يمنع وضع نباتات قرب مناطق العدوى والفحص</a:t>
            </a:r>
          </a:p>
          <a:p>
            <a:r>
              <a:t>يمنع إدخال الأكواب والمواد الغذائية</a:t>
            </a:r>
          </a:p>
          <a:p>
            <a:r>
              <a:t>حفظ الشاش والقطن داخل حافظة معقمة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تصنيف النفايات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النفايات المعدية: الكيس الأصفر</a:t>
            </a:r>
          </a:p>
          <a:p>
            <a:r>
              <a:t>النفايات الحادة: Safety Box</a:t>
            </a:r>
          </a:p>
          <a:p>
            <a:r>
              <a:t>النفايات الاعتيادية: الكيس الأسود</a:t>
            </a: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سلامة المريض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سلامة</a:t>
            </a:r>
            <a:r>
              <a:rPr dirty="0"/>
              <a:t> </a:t>
            </a:r>
            <a:r>
              <a:rPr dirty="0" err="1"/>
              <a:t>المريض</a:t>
            </a:r>
            <a:r>
              <a:rPr dirty="0"/>
              <a:t> </a:t>
            </a:r>
            <a:r>
              <a:rPr dirty="0" err="1"/>
              <a:t>هو</a:t>
            </a:r>
            <a:r>
              <a:rPr dirty="0"/>
              <a:t> </a:t>
            </a:r>
            <a:r>
              <a:rPr dirty="0" err="1"/>
              <a:t>هدفنا</a:t>
            </a:r>
            <a:endParaRPr dirty="0"/>
          </a:p>
          <a:p>
            <a:r>
              <a:rPr dirty="0" err="1"/>
              <a:t>رضاه</a:t>
            </a:r>
            <a:r>
              <a:rPr dirty="0"/>
              <a:t> </a:t>
            </a:r>
            <a:r>
              <a:rPr dirty="0" err="1"/>
              <a:t>هو</a:t>
            </a:r>
            <a:r>
              <a:rPr dirty="0"/>
              <a:t> </a:t>
            </a:r>
            <a:r>
              <a:rPr dirty="0" err="1"/>
              <a:t>غايتنا</a:t>
            </a:r>
            <a:endParaRPr dirty="0"/>
          </a:p>
          <a:p>
            <a:r>
              <a:rPr dirty="0" err="1" smtClean="0"/>
              <a:t>مستشفى</a:t>
            </a:r>
            <a:r>
              <a:rPr dirty="0" smtClean="0"/>
              <a:t> </a:t>
            </a:r>
            <a:r>
              <a:rPr dirty="0" err="1"/>
              <a:t>الكفيل</a:t>
            </a:r>
            <a:r>
              <a:rPr dirty="0"/>
              <a:t> </a:t>
            </a:r>
            <a:r>
              <a:rPr dirty="0" err="1"/>
              <a:t>أمانة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أعيننا</a:t>
            </a:r>
            <a:endParaRPr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490" y="1151489"/>
            <a:ext cx="7024744" cy="496336"/>
          </a:xfrm>
        </p:spPr>
        <p:txBody>
          <a:bodyPr>
            <a:normAutofit/>
          </a:bodyPr>
          <a:lstStyle/>
          <a:p>
            <a:pPr algn="r"/>
            <a:r>
              <a:rPr lang="ar-IQ" sz="2400" b="1" dirty="0" smtClean="0"/>
              <a:t>المهام </a:t>
            </a:r>
            <a:r>
              <a:rPr lang="ar-IQ" sz="2400" b="1" dirty="0"/>
              <a:t>اليومية لموظف الاستشارية و إدارة </a:t>
            </a:r>
            <a:r>
              <a:rPr lang="ar-IQ" sz="2400" b="1" dirty="0" smtClean="0"/>
              <a:t>الوقت</a:t>
            </a:r>
            <a:endParaRPr sz="24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r" rtl="1"/>
            <a:r>
              <a:rPr lang="ar-IQ" dirty="0" smtClean="0"/>
              <a:t>الفئة المستهدفة </a:t>
            </a:r>
            <a:r>
              <a:rPr lang="ar-IQ" dirty="0"/>
              <a:t>: موظفي وحدة </a:t>
            </a:r>
            <a:r>
              <a:rPr lang="ar-IQ" dirty="0" smtClean="0"/>
              <a:t>الاستشاريات</a:t>
            </a:r>
          </a:p>
          <a:p>
            <a:pPr algn="r" rtl="1"/>
            <a:r>
              <a:rPr lang="ar-IQ" dirty="0"/>
              <a:t>الفترة </a:t>
            </a:r>
            <a:r>
              <a:rPr lang="ar-IQ" dirty="0" smtClean="0"/>
              <a:t>يومان من 19/1/2026 الى 20/1/2026 </a:t>
            </a:r>
          </a:p>
          <a:p>
            <a:pPr algn="r" rtl="1"/>
            <a:r>
              <a:rPr lang="ar-IQ" dirty="0" smtClean="0"/>
              <a:t>الوقت ساعة واحدة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852974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أوستن">
  <a:themeElements>
    <a:clrScheme name="أوستن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أوستن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أوستن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Austin</Template>
  <TotalTime>17</TotalTime>
  <Words>337</Words>
  <Application>Microsoft Office PowerPoint</Application>
  <PresentationFormat>عرض على الشاشة (3:4)‏</PresentationFormat>
  <Paragraphs>66</Paragraphs>
  <Slides>14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14</vt:i4>
      </vt:variant>
    </vt:vector>
  </HeadingPairs>
  <TitlesOfParts>
    <vt:vector size="15" baseType="lpstr">
      <vt:lpstr>أوستن</vt:lpstr>
      <vt:lpstr>المهام اليومية لموظف الاستشارية</vt:lpstr>
      <vt:lpstr>تنظيم ونظافة الغرفة</vt:lpstr>
      <vt:lpstr>تقسيم الغرفة حسب معايير الجودة</vt:lpstr>
      <vt:lpstr>منطقة مكافحة العدوى – تجهيز العربة الطبية (1)</vt:lpstr>
      <vt:lpstr>منطقة مكافحة العدوى – تجهيز العربة الطبية (2)</vt:lpstr>
      <vt:lpstr>منطقة مكافحة العدوى – تجهيز العربة الطبية (3)</vt:lpstr>
      <vt:lpstr>منطقة الطبيب (مركز التحكم)</vt:lpstr>
      <vt:lpstr>منطقة الفحص السريري</vt:lpstr>
      <vt:lpstr>الواجبات بعد خروج الطبيب</vt:lpstr>
      <vt:lpstr>تنظيم العمل بين الشفتات</vt:lpstr>
      <vt:lpstr>تعليمات وتنبيهات عامة</vt:lpstr>
      <vt:lpstr>تصنيف النفايات</vt:lpstr>
      <vt:lpstr>سلامة المريض</vt:lpstr>
      <vt:lpstr>المهام اليومية لموظف الاستشارية و إدارة الوقت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المهام اليومية لموظف الاستشارية</dc:title>
  <dc:subject/>
  <dc:creator/>
  <cp:keywords/>
  <dc:description>generated using python-pptx</dc:description>
  <cp:lastModifiedBy>MR Janaby</cp:lastModifiedBy>
  <cp:revision>4</cp:revision>
  <dcterms:created xsi:type="dcterms:W3CDTF">2013-01-27T09:14:16Z</dcterms:created>
  <dcterms:modified xsi:type="dcterms:W3CDTF">2026-01-17T17:33:54Z</dcterms:modified>
  <cp:category/>
</cp:coreProperties>
</file>